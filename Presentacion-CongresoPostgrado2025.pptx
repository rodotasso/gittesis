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2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1C54F-73F3-4A65-80BA-1084C6414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69F32-9216-460A-91FC-28BFAAB42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676615-0FA9-43AB-84F3-197BCEFFA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A7CF-414C-452D-ADE9-FB5B3FA67B3F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603562-910E-4EA1-BB60-D8AAAD985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787BF1-C4F1-46B0-85F6-E30B8D641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0BA3-09A6-4607-8D61-253C484047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431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02DDB-AF97-4F82-8780-79D40251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78485B-BF9C-4B1B-89B6-EFADA7AB2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84E8E8-E544-4B65-8F5D-221E87E70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A7CF-414C-452D-ADE9-FB5B3FA67B3F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BA4586-EEF6-4470-854A-1A2EBFAC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5302A9-B1FC-484C-985A-99E2ED17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0BA3-09A6-4607-8D61-253C484047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88670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280493-AE57-4081-BB61-F59411A16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CC7048-09CA-440E-8B84-F605C65E5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FAE71A-1894-43B1-8043-21ED05D48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A7CF-414C-452D-ADE9-FB5B3FA67B3F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81C37B-22F0-435F-BECA-5F6CB79F0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A2E353-0BD4-4B46-8F5E-31A6ECEF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0BA3-09A6-4607-8D61-253C484047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396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4A046-EDE3-4D06-BA4F-90A964984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471EAC-C0C3-4B9A-BA15-2BB5032A4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74E680-56D7-4539-93EF-BE64BF7C7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DF0063-76F3-4B63-9957-C36C70D99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A7CF-414C-452D-ADE9-FB5B3FA67B3F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EECDCD-4BAC-4B65-BF50-AEF2C8707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34EA13-5BB0-4390-8867-3D299AC3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0BA3-09A6-4607-8D61-253C484047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3446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7150F-6A81-4D08-909A-CDE5B6241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15BEA4-F995-491E-9C46-65C4727A7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06238B-EB5B-4B85-A15D-E3DF7DB06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6EDF5E-78BE-49E7-B368-858BF2EBBD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ABB814B-80EB-433F-81A4-4A8EF89FC5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D8A5BF8-48FD-44D2-8487-39940394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A7CF-414C-452D-ADE9-FB5B3FA67B3F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6E4FFF8-AE3C-4CD8-B66E-92C0972DE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00CA885-7D9D-4AE5-8039-8B2DD95B2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0BA3-09A6-4607-8D61-253C484047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743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68E7E-CCAE-42FA-9DFC-EBC174C48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21B7D36-DF19-4CB3-ABDE-76CF809C0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A7CF-414C-452D-ADE9-FB5B3FA67B3F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2E8727-D09B-436D-8A28-81711B7E8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B9FD6A-B3D8-4128-ACB9-A15A0B22B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0BA3-09A6-4607-8D61-253C484047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5730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B64D5F-1449-42AC-A00F-5E81D643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A7CF-414C-452D-ADE9-FB5B3FA67B3F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455AEA3-275B-406D-8E10-08B0D831A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72C698-F87E-4B12-BA28-12B88225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0BA3-09A6-4607-8D61-253C484047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7403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EB46A-C8DF-4D66-BA31-721FC56EA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FA048B-939C-4540-9539-579B44C80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F1CE4D-251C-4542-B548-48C127C4B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82F8D6-ED32-4AA3-B15B-1EBCE4E02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A7CF-414C-452D-ADE9-FB5B3FA67B3F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B5575C-89B8-4C6D-A002-90B96CD2F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8DB482-D76A-40AF-A093-F138B734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0BA3-09A6-4607-8D61-253C484047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328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1ED844-EA98-4FB0-8EB9-3D89F5EB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5964AA-6816-4F80-849F-375AAC745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810997-5803-4267-A634-B96A50F62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DC0A16-6F33-4B2A-B0A0-05C80C92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A7CF-414C-452D-ADE9-FB5B3FA67B3F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F63107-83CE-4716-8C94-E667473CC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09B2FF-EB0E-4C8A-8F54-D20F0C54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0BA3-09A6-4607-8D61-253C484047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2611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C92CB6-D55C-4ADB-839C-C38CE5AE7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E34359-D629-468D-9B62-B185D87C4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F624E2-91CF-4BDE-A542-D90EA030A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A7CF-414C-452D-ADE9-FB5B3FA67B3F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2319C2-8722-4C17-A08F-25301BA88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30685B-E352-49E3-8494-53C8D9ED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0BA3-09A6-4607-8D61-253C484047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7081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B46C485-2F4C-4A45-892A-C9C9ED4874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722CCB-6E75-4B73-A312-4529C279AB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BFA8A6-C990-4D94-85A9-90450CD98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8A7CF-414C-452D-ADE9-FB5B3FA67B3F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7EAF5D-FF31-4444-BE57-91CA3966B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ADE2B-2231-41DB-836D-5BAA61019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0BA3-09A6-4607-8D61-253C484047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0789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7711A25-77C2-460E-9AFF-ECCACD9D8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AE64F4-E927-4B25-8C4C-02C33E684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481332-92B7-45B7-8389-6B7D2E2D4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8A7CF-414C-452D-ADE9-FB5B3FA67B3F}" type="datetimeFigureOut">
              <a:rPr lang="es-CL" smtClean="0"/>
              <a:t>24-08-2025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CD36C4-CEC8-4146-8AAB-52BAE9F7D4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ACDE13-AE6B-4093-A620-1BB80EAC4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00BA3-09A6-4607-8D61-253C4840470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8562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8EB4AC7-D6B6-43DF-8855-9E52E918B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B7DC587-D77F-4D60-9200-3EC393817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574" y="-404256"/>
            <a:ext cx="5016655" cy="640451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B34BD33-5376-42A4-8E95-32E4934B7A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09" y="5129184"/>
            <a:ext cx="5523653" cy="117608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B04E640-4D50-484A-A14F-0B5B3691A8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08" y="1810871"/>
            <a:ext cx="5523652" cy="2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5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8EB4AC7-D6B6-43DF-8855-9E52E918B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B7DC587-D77F-4D60-9200-3EC393817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264" y="345553"/>
            <a:ext cx="4413602" cy="563462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B34BD33-5376-42A4-8E95-32E4934B7A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5540597"/>
            <a:ext cx="4129090" cy="87916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981C856-4FBB-41A5-9B06-6EAC8FE27A1B}"/>
              </a:ext>
            </a:extLst>
          </p:cNvPr>
          <p:cNvSpPr txBox="1"/>
          <p:nvPr/>
        </p:nvSpPr>
        <p:spPr>
          <a:xfrm>
            <a:off x="658368" y="1454855"/>
            <a:ext cx="59893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TITULO DE PONENCIA / CONFERENCIA. </a:t>
            </a:r>
            <a:r>
              <a:rPr lang="da-DK" sz="4000" b="0" i="0" dirty="0">
                <a:solidFill>
                  <a:schemeClr val="bg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LOREM IPSUM DOLOR SIT AMET</a:t>
            </a:r>
            <a:endParaRPr lang="es-CL" sz="4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335AF84-7ACF-4332-BFA9-FE13F03330EC}"/>
              </a:ext>
            </a:extLst>
          </p:cNvPr>
          <p:cNvSpPr txBox="1"/>
          <p:nvPr/>
        </p:nvSpPr>
        <p:spPr>
          <a:xfrm>
            <a:off x="658368" y="3472338"/>
            <a:ext cx="5989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solidFill>
                  <a:schemeClr val="bg1"/>
                </a:solidFill>
                <a:latin typeface="Open Sans" pitchFamily="2" charset="0"/>
              </a:rPr>
              <a:t>SUBTITULOS. </a:t>
            </a:r>
            <a:r>
              <a:rPr lang="es-CL" sz="2400" b="0" i="0" dirty="0">
                <a:solidFill>
                  <a:schemeClr val="bg1"/>
                </a:solidFill>
                <a:effectLst/>
                <a:latin typeface="Open Sans" pitchFamily="2" charset="0"/>
              </a:rPr>
              <a:t>ETIAM MALESUADA PURUS AT NUNC ULTRICIES TEMPUS AT ET IPSUM.</a:t>
            </a:r>
            <a:endParaRPr lang="es-CL" sz="2400" dirty="0">
              <a:solidFill>
                <a:schemeClr val="bg1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2F839C8-271D-47D8-BD4A-7EECA20C53CE}"/>
              </a:ext>
            </a:extLst>
          </p:cNvPr>
          <p:cNvSpPr/>
          <p:nvPr/>
        </p:nvSpPr>
        <p:spPr>
          <a:xfrm>
            <a:off x="777240" y="1161288"/>
            <a:ext cx="2816352" cy="12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1783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B830039A-B9D9-425C-8BE7-B4E4F83100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0006" y="-150734"/>
            <a:ext cx="1931482" cy="137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01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19EA47B-7BE5-4A82-9507-B429373BA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0641" y="-150734"/>
            <a:ext cx="1930211" cy="1372538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F5932D4-72F6-4527-8360-88F5F4B3A0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25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5932D4-72F6-4527-8360-88F5F4B3A0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96050"/>
            <a:ext cx="1219200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805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24</Words>
  <Application>Microsoft Office PowerPoint</Application>
  <PresentationFormat>Panorámica</PresentationFormat>
  <Paragraphs>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Open Sans</vt:lpstr>
      <vt:lpstr>Segoe UI Semibold</vt:lpstr>
      <vt:lpstr>Segoe UI Semilight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Roberto Andres Doussang Guerrero (rdoussang)</dc:creator>
  <cp:lastModifiedBy>Roberto Andres Doussang Guerrero (rdoussang)</cp:lastModifiedBy>
  <cp:revision>5</cp:revision>
  <dcterms:created xsi:type="dcterms:W3CDTF">2025-08-25T01:22:37Z</dcterms:created>
  <dcterms:modified xsi:type="dcterms:W3CDTF">2025-08-25T02:33:38Z</dcterms:modified>
</cp:coreProperties>
</file>